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6b0f35d7984cb6" /><Relationship Type="http://schemas.openxmlformats.org/officeDocument/2006/relationships/extended-properties" Target="/docProps/app.xml" Id="Rba5857d7891148ef" /><Relationship Type="http://schemas.openxmlformats.org/officeDocument/2006/relationships/officeDocument" Target="/ppt/presentation.xml" Id="R1579b46abcc549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e12fcf98494ff7"/>
  </p:sldMasterIdLst>
  <p:notesMasterIdLst>
    <p:notesMasterId xmlns:r="http://schemas.openxmlformats.org/officeDocument/2006/relationships" r:id="R9527c45ba2fe4760"/>
  </p:notesMasterIdLst>
  <p:sldIdLst>
    <p:sldId xmlns:r="http://schemas.openxmlformats.org/officeDocument/2006/relationships" id="256" r:id="Re473104f3c4c41ae"/>
    <p:sldId xmlns:r="http://schemas.openxmlformats.org/officeDocument/2006/relationships" id="257" r:id="R1f108db9a6cf448c"/>
    <p:sldId xmlns:r="http://schemas.openxmlformats.org/officeDocument/2006/relationships" id="258" r:id="R907becefc3b14652"/>
    <p:sldId xmlns:r="http://schemas.openxmlformats.org/officeDocument/2006/relationships" id="259" r:id="R89de55810fdf4430"/>
    <p:sldId xmlns:r="http://schemas.openxmlformats.org/officeDocument/2006/relationships" id="260" r:id="R4fc2fe368ee34bf8"/>
    <p:sldId xmlns:r="http://schemas.openxmlformats.org/officeDocument/2006/relationships" id="261" r:id="R6dfb9e9610244a23"/>
    <p:sldId xmlns:r="http://schemas.openxmlformats.org/officeDocument/2006/relationships" id="262" r:id="R89d1962988514d0d"/>
    <p:sldId xmlns:r="http://schemas.openxmlformats.org/officeDocument/2006/relationships" id="263" r:id="R57cd3229ef784a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c255d6659a49ed" /><Relationship Type="http://schemas.openxmlformats.org/officeDocument/2006/relationships/slideMaster" Target="/ppt/slideMasters/slideMaster1.xml" Id="R6de12fcf98494ff7" /><Relationship Type="http://schemas.openxmlformats.org/officeDocument/2006/relationships/notesMaster" Target="/ppt/notesMasters/notesMaster1.xml" Id="R9527c45ba2fe4760" /><Relationship Type="http://schemas.openxmlformats.org/officeDocument/2006/relationships/presProps" Target="/ppt/presProps.xml" Id="Rc98d65dd170d45db" /><Relationship Type="http://schemas.openxmlformats.org/officeDocument/2006/relationships/tableStyles" Target="/ppt/tableStyles.xml" Id="R8984cc65753f4c85" /><Relationship Type="http://schemas.openxmlformats.org/officeDocument/2006/relationships/slide" Target="/ppt/slides/slide1.xml" Id="Re473104f3c4c41ae" /><Relationship Type="http://schemas.openxmlformats.org/officeDocument/2006/relationships/slide" Target="/ppt/slides/slide2.xml" Id="R1f108db9a6cf448c" /><Relationship Type="http://schemas.openxmlformats.org/officeDocument/2006/relationships/slide" Target="/ppt/slides/slide3.xml" Id="R907becefc3b14652" /><Relationship Type="http://schemas.openxmlformats.org/officeDocument/2006/relationships/slide" Target="/ppt/slides/slide4.xml" Id="R89de55810fdf4430" /><Relationship Type="http://schemas.openxmlformats.org/officeDocument/2006/relationships/slide" Target="/ppt/slides/slide5.xml" Id="R4fc2fe368ee34bf8" /><Relationship Type="http://schemas.openxmlformats.org/officeDocument/2006/relationships/slide" Target="/ppt/slides/slide6.xml" Id="R6dfb9e9610244a23" /><Relationship Type="http://schemas.openxmlformats.org/officeDocument/2006/relationships/slide" Target="/ppt/slides/slide7.xml" Id="R89d1962988514d0d" /><Relationship Type="http://schemas.openxmlformats.org/officeDocument/2006/relationships/slide" Target="/ppt/slides/slide8.xml" Id="R57cd3229ef784a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787c0faffc46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7512ffc2294110" /><Relationship Type="http://schemas.openxmlformats.org/officeDocument/2006/relationships/notesMaster" Target="/ppt/notesMasters/notesMaster1.xml" Id="Rd59d16d4884343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405e83bc504e1a" /><Relationship Type="http://schemas.openxmlformats.org/officeDocument/2006/relationships/notesMaster" Target="/ppt/notesMasters/notesMaster1.xml" Id="Rdd0b5f20af114e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13ca4cd2aa4c32" /><Relationship Type="http://schemas.openxmlformats.org/officeDocument/2006/relationships/notesMaster" Target="/ppt/notesMasters/notesMaster1.xml" Id="R2cd21175b7d140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0ebdf28df349bd" /><Relationship Type="http://schemas.openxmlformats.org/officeDocument/2006/relationships/notesMaster" Target="/ppt/notesMasters/notesMaster1.xml" Id="Ra3e3175e714042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4e7e85a7c34fdf" /><Relationship Type="http://schemas.openxmlformats.org/officeDocument/2006/relationships/notesMaster" Target="/ppt/notesMasters/notesMaster1.xml" Id="R96c53b30316844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072f9038054e25" /><Relationship Type="http://schemas.openxmlformats.org/officeDocument/2006/relationships/notesMaster" Target="/ppt/notesMasters/notesMaster1.xml" Id="Rc5e3aae3058941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f4f11755ec44e9" /><Relationship Type="http://schemas.openxmlformats.org/officeDocument/2006/relationships/notesMaster" Target="/ppt/notesMasters/notesMaster1.xml" Id="R4c3c182eea8a4c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3de79f5fc6404a" /><Relationship Type="http://schemas.openxmlformats.org/officeDocument/2006/relationships/notesMaster" Target="/ppt/notesMasters/notesMaster1.xml" Id="R6883d99b3f9b46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Engram in one sentence: it is the persistent governed memory layer that lets engineering agents act on prior team knowledge safely.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Engram repository README, architecture, deployment guide, and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need in real workflows: incident response, architecture decisions, and handoffs. Emphasize that memory must be current and explainable.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Engram repository README, architecture, deployment guide, and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document retrieval with governed memory. Point out that lifecycle is the key difference: superseded knowledge stays auditable but no longer dominates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Engram repository README, architecture, deployment guide, and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data path left to right. Stress that vectors and transactional lifecycle data are co-located in CockroachDB, avoiding a separate-vector-store consistency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Engram repository README, architecture, deployment guide, and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both CockroachDB tools used: distributed vector indexing for semantic memory retrieval, and Managed MCP for read-only OAuth inspection. This directly addresses the hackathon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Engram repository README, architecture, deployment guide, and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AWS services that power Engram. State that Bedrock uses a serverless inference profile, Lambda runs API and worker roles, and S3 is private and versioned.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Engram repository README, architecture, deployment guide, and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demo proof point. Show a real fresh session, a grounded answer about serializable token rotation with retries, then its visible retrieval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Engram repository README, architecture, deployment guide, and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central takeaway. Invite judges to use the repository setup guide, hosted demo URL once deployed, and the three-minute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Engram repository README, architecture, deployment guide, and test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05e4a3e8ff4a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17937ef22e48eb" /><Relationship Type="http://schemas.openxmlformats.org/officeDocument/2006/relationships/slideLayout" Target="/ppt/slideLayouts/slideLayout1.xml" Id="Rf2392d00e3654b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392d00e3654b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3e03c6e984ffc" /><Relationship Type="http://schemas.openxmlformats.org/officeDocument/2006/relationships/notesSlide" Target="/ppt/notesSlides/notesSlide1.xml" Id="R6b78cd5e17e445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90e73de6c43c2" /><Relationship Type="http://schemas.openxmlformats.org/officeDocument/2006/relationships/notesSlide" Target="/ppt/notesSlides/notesSlide2.xml" Id="R0bd5bcbaac1f42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3eb4434f54fb4" /><Relationship Type="http://schemas.openxmlformats.org/officeDocument/2006/relationships/notesSlide" Target="/ppt/notesSlides/notesSlide3.xml" Id="R7ce0396494de4f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bec5c1906479d" /><Relationship Type="http://schemas.openxmlformats.org/officeDocument/2006/relationships/notesSlide" Target="/ppt/notesSlides/notesSlide4.xml" Id="R88406d04589e45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94a1382e94eac" /><Relationship Type="http://schemas.openxmlformats.org/officeDocument/2006/relationships/notesSlide" Target="/ppt/notesSlides/notesSlide5.xml" Id="Re7b729d9866f46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a5bfaa9c04eed" /><Relationship Type="http://schemas.openxmlformats.org/officeDocument/2006/relationships/notesSlide" Target="/ppt/notesSlides/notesSlide6.xml" Id="R350425a0214145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6f440d7734a46" /><Relationship Type="http://schemas.openxmlformats.org/officeDocument/2006/relationships/notesSlide" Target="/ppt/notesSlides/notesSlide7.xml" Id="Rc26f2bf8262646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78aa9dc044ce3" /><Relationship Type="http://schemas.openxmlformats.org/officeDocument/2006/relationships/notesSlide" Target="/ppt/notesSlides/notesSlide8.xml" Id="Rb7e8129dc6be43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B39F5-8FD0-4011-BE19-E254C5D7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COCKROACHDB AGENTIC MEMORY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1DDD0-6F3B-4FE8-81B8-DCC041FF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Engram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A587D-C8C4-44FE-ABBE-D23F474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Governed memory for engineering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72294-90EF-42D5-A297-E899D2E1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Remember what mattered. Prove why it mattered.</a:t>
            </a:r>
          </a:p>
          <a:p xmlns:a="http://schemas.openxmlformats.org/drawingml/2006/main">
            <a:pPr algn="l">
              <a:defRPr sz="1800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Adapt safely when the truth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76CAC-413C-4C63-A044-99D0BAF4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914400"/>
            <a:ext cx="4000500" cy="43434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8B39B-4720-4DB7-8675-60072492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308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E71E8-8A6F-4484-B9E3-0856DF7D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43125"/>
            <a:ext cx="30861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 algn="ctr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→ Governed record</a:t>
            </a:r>
          </a:p>
          <a:p xmlns:a="http://schemas.openxmlformats.org/drawingml/2006/main">
            <a:pPr algn="ctr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→ Vector retrieval</a:t>
            </a:r>
          </a:p>
          <a:p xmlns:a="http://schemas.openxmlformats.org/drawingml/2006/main">
            <a:pPr algn="ctr">
              <a:defRPr sz="23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→ Explainable 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E18E6-32B4-4846-BB68-77A20091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514850"/>
            <a:ext cx="308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CockroachDB + Bedrock + AWS</a:t>
            </a:r>
          </a:p>
        </p:txBody>
      </p:sp>
    </p:spTree>
    <p:extLst>
      <p:ext uri="{BB962C8B-B14F-4D97-AF65-F5344CB8AC3E}">
        <p14:creationId xmlns:p14="http://schemas.microsoft.com/office/powerpoint/2010/main" val="20479634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A280D-E874-4D2F-BB60-E8D6E89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4F4EA-3AD4-4E6E-ACD7-464E66C4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AI agents forget the lessons that keep engineering work safe.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0C3A4-8EB0-4BD9-A132-EA7DF994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Chat history is temporary; a production team needs durable, current, inspectable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9B3DE-8DBB-4070-9546-995DE45C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0F2EE-5B4A-4C30-8EDB-AF8A43FB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ENGRAM  |  GOVERNED MEMORY FOR ENGINEERING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E0F2F-F57A-4905-A6D0-F2D6324A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06B61-6EC5-4A1C-B1E6-F8DE3740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1B22D-A616-4CAE-B42C-9FB3548E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Lost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D07F2-84DC-4CDD-8D39-8CB58057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622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new session does not know why a team chose a design or rejected an alternative.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DB326-3A74-4458-90BA-AF3360FD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B00"/>
          </a:solidFill>
          <a:ln xmlns:a="http://schemas.openxmlformats.org/drawingml/2006/main" w="9525">
            <a:solidFill>
              <a:srgbClr val="E69B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C29E4-F7A8-4F32-A081-47C2F9EB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Stale advice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A41C6-37C1-47E0-8BCA-78C047EF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Old fixes can resurface even after an incident or decision has changed the truth.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FE43F-531D-42B7-99A9-578AE1ED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6A"/>
          </a:solidFill>
          <a:ln xmlns:a="http://schemas.openxmlformats.org/drawingml/2006/main" w="9525">
            <a:solidFill>
              <a:srgbClr val="159A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51BE2-5536-4C5E-8725-6ACA4BE0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No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55D44-A5BA-403F-B325-EA2AE4BF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6227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response without retrieval evidence cannot be reviewed, audited, or trusted in production.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EE2DA-6C54-4E1E-A0A2-978E8BE6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005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Engram makes memory a governed operational system—not extra chat context.</a:t>
            </a:r>
          </a:p>
        </p:txBody>
      </p:sp>
    </p:spTree>
    <p:extLst>
      <p:ext uri="{BB962C8B-B14F-4D97-AF65-F5344CB8AC3E}">
        <p14:creationId xmlns:p14="http://schemas.microsoft.com/office/powerpoint/2010/main" val="7808991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1A968-B87A-4C36-8A46-7A40E97D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WHY IT IS MORE THAN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8C69C-00C4-4B78-9149-9890E773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Engram stores governed facts, not anonymous text chunks.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C3F81-B0CB-48EE-A7A5-F7E8EF5F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Every memory is typed, scoped, evidence-backed, and lifecycle-aware.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FB4F3-E24A-4024-A108-961E2263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A3A79-0A0C-45FE-9BC7-2253B493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ENGRAM  |  GOVERNED MEMORY FOR ENGINEERING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B0109-DAB5-4E28-A64D-F101CFDC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8C462-22E6-41E5-B9FC-6841E28A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4810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63B55-6944-4860-9BB0-66F06B0B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38400"/>
            <a:ext cx="48101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C47E3-1921-4852-B2A6-649D375C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Ordinary RAG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68515-6C5A-4107-BDAE-42C53BEE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3810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Retrieves text</a:t>
            </a:r>
          </a:p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Usually cannot tell current from stale</a:t>
            </a:r>
          </a:p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Often hides source selection</a:t>
            </a:r>
          </a:p>
          <a:p xmlns:a="http://schemas.openxmlformats.org/drawingml/2006/main">
            <a:pPr algn="l">
              <a:defRPr sz="15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• Does not model contradiction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03EC3-A3AA-4D2F-993B-ED809B7F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8003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Engram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74956-BC75-4604-BADE-C220D143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352800"/>
            <a:ext cx="39624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Decisions, incidents, constraints, fixes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Evidence, confidence, audit record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Supersede, merge, dispute, archive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• Persisted score-by-score retrieval trace</a:t>
            </a:r>
          </a:p>
        </p:txBody>
      </p:sp>
    </p:spTree>
    <p:extLst>
      <p:ext uri="{BB962C8B-B14F-4D97-AF65-F5344CB8AC3E}">
        <p14:creationId xmlns:p14="http://schemas.microsoft.com/office/powerpoint/2010/main" val="8738014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131B7-0147-445E-8558-A32FDC67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03594F-E9CC-4479-A9D2-83EAB928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One memory system connects the agent, operational data, and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9176C-792E-41A6-A545-7DEC370F2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CockroachDB holds structured state and vectors together; AWS provides live model, compute, and storage services.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EDA0DB-AB36-4BCA-BFF4-D27A168F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C67D2-79D9-47F7-94F1-E0231D69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ENGRAM  |  GOVERNED MEMORY FOR ENGINEERING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ED981-1EA4-4287-87DE-FCC9346E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89EA1-905A-48B7-9A81-50AAD6EE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000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Next.js UI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Workspace +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24177-9A5C-451D-B823-FE523102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223837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FastAPI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Validation + scoring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0AFA8-F5C0-4175-B5CE-9F1E30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05050"/>
            <a:ext cx="2476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CockroachDB Cloud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Structured memory</a:t>
            </a:r>
          </a:p>
          <a:p xmlns:a="http://schemas.openxmlformats.org/drawingml/2006/main">
            <a:pPr algn="ctr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VECTOR index + traces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F9DF3-F675-42D9-A988-C10AF3F1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95500"/>
            <a:ext cx="1809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Amazon Bedrock</a:t>
            </a:r>
          </a:p>
          <a:p xmlns:a="http://schemas.openxmlformats.org/drawingml/2006/main"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Nova + Titan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DF06E-7B9D-4FB8-A3FA-1FC1117D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29000"/>
            <a:ext cx="1809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Lambda + S3</a:t>
            </a:r>
          </a:p>
          <a:p xmlns:a="http://schemas.openxmlformats.org/drawingml/2006/main"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Consolidate + archive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31623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FF"/>
            </a:solidFill>
            <a:prstDash val="solid"/>
            <a:headEnd type="arrow" w="med" len="med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72125" y="31623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FF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8715375" y="2533650"/>
            <a:ext cx="657225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677FF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715375" y="3162300"/>
            <a:ext cx="657225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59A6A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48DE40-13B7-46C7-8E41-373DCE76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CockroachDB Managed MCP → read-only OAuth inspection of schema, index, and traces</a:t>
            </a:r>
          </a:p>
        </p:txBody>
      </p:sp>
    </p:spTree>
    <p:extLst>
      <p:ext uri="{BB962C8B-B14F-4D97-AF65-F5344CB8AC3E}">
        <p14:creationId xmlns:p14="http://schemas.microsoft.com/office/powerpoint/2010/main" val="9462006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7761A-0B77-47C1-9752-87B52784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COCKROACHDB IS THE MEMORY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F707F-1B2B-4081-B0C1-6A1C3388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Distributed vector search and governed state live in the same database.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EDB6C-1539-4334-BC4E-1E180E95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This is the project’s durable memory system, not a toy lookup 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884CC-F9A8-4C37-AF59-F21BAA96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A087D-55D3-4599-B678-3B55964F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ENGRAM  |  GOVERNED MEMORY FOR ENGINEERING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951E7-F1F9-4619-A231-51914512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9A57B-FEEE-4F40-B01F-94BFF2EB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766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8FB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A6498-3A42-40D4-921A-83052091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2766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255F6-C71D-4491-A3A5-D6CFAF40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32766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7DEDA-F290-4679-886E-3096CD1F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9A6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9A6A"/>
                </a:solidFill>
                <a:latin typeface="Arial"/>
                <a:ea typeface="Arial"/>
                <a:cs typeface="Arial"/>
              </a:rPr>
              <a:t>1. Persist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E3F63-CBD4-48A5-8A3D-6F364AFE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257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Typed memories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Evidence hashes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Relations + audit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Tenant/project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EA2D9-9D6B-4B15-81D7-BD1E81EC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2. Retrieve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366B5-F2AC-4E28-B1B3-A946850F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57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VECTOR embeddings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Distributed vector index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Scoped candidate search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Transactional trace write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2B8C5-6333-4EAA-A0EF-04FFA0E0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24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9B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69B00"/>
                </a:solidFill>
                <a:latin typeface="Arial"/>
                <a:ea typeface="Arial"/>
                <a:cs typeface="Arial"/>
              </a:rPr>
              <a:t>3. Govern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A72C2-5833-43B4-97F6-287FFD4C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257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Supersede or dispute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Archive without deletion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Lifecycle-aware rerank</a:t>
            </a:r>
          </a:p>
          <a:p xmlns:a="http://schemas.openxmlformats.org/drawingml/2006/main">
            <a:pPr algn="l">
              <a:defRPr sz="1575" b="0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B1220"/>
                </a:solidFill>
                <a:latin typeface="Arial"/>
                <a:ea typeface="Arial"/>
                <a:cs typeface="Arial"/>
              </a:rPr>
              <a:t>Read-only MCP inspection</a:t>
            </a:r>
          </a:p>
        </p:txBody>
      </p:sp>
    </p:spTree>
    <p:extLst>
      <p:ext uri="{BB962C8B-B14F-4D97-AF65-F5344CB8AC3E}">
        <p14:creationId xmlns:p14="http://schemas.microsoft.com/office/powerpoint/2010/main" val="8230273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C5BD3-431B-469B-9DD5-8DBB5468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AWS TURNS THE MEMORY WORKFLOW INTO A DEPLOYABLE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6145E-707A-4221-BCDF-A084F922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Serverless components keep the demo small, observable, and ready to scale.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A2B8A-9228-4596-B0D8-F86F76E0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 provisioned Bedrock throughput is required for the selected Nova 2 Lite profile.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C5ECF-F011-4637-8316-E8AF81F5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27710-4538-4E93-8232-2EFA837D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ENGRAM  |  GOVERNED MEMORY FOR ENGINEERING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6D219-5647-4082-934A-42C7B9B9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E3817-40A2-4304-B573-FEACF14A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C47F6-E835-44E6-9DDB-5F7226DD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Bedrock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6759A-C210-4677-B651-ECE80959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Nova 2 Lite extracts structured memories and creates grounded answers; Titan Text Embeddings V2 supplies 1,024-dimension vectors.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0759F-BE69-4CA7-BC6D-5C94FA02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6A"/>
          </a:solidFill>
          <a:ln xmlns:a="http://schemas.openxmlformats.org/drawingml/2006/main" w="9525">
            <a:solidFill>
              <a:srgbClr val="159A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E8BD2-5BE4-450C-95FB-555283BB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57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Lambda + API Gateway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F58B2-5660-4C46-8534-ACDECACE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Mangum hosts FastAPI; a second Lambda runs idempotent memory consolidation.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2F5D7-EE61-4A56-B71C-0A48D884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9B00"/>
          </a:solidFill>
          <a:ln xmlns:a="http://schemas.openxmlformats.org/drawingml/2006/main" w="9525">
            <a:solidFill>
              <a:srgbClr val="E69B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1D049-A63F-4791-BEEB-5BAE02BC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52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Encrypted S3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E7DCD-BF76-4A71-904C-466F3BE9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670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Versioned evidence archive keeps durable source artifacts private and recoverable.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FED4A-A2E7-470F-A143-D1FA6B11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14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4BE4E-CBA8-425E-997A-F3D48673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57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Amplify Hosting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BD685C-69E5-42CE-9323-E3B332E1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719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Hosts the Next.js demo and points it at the HTTPS API endpoint.</a:t>
            </a:r>
          </a:p>
        </p:txBody>
      </p:sp>
    </p:spTree>
    <p:extLst>
      <p:ext uri="{BB962C8B-B14F-4D97-AF65-F5344CB8AC3E}">
        <p14:creationId xmlns:p14="http://schemas.microsoft.com/office/powerpoint/2010/main" val="12282883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1C1641-CEB4-43B3-8041-CB781587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THE LIVE DEMO PROVES CROSS-SESSION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B2AF2-C9AA-4CFE-9DB5-71674616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A new session recovers a prior incident fix—and shows why it trusted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22DD1-4C76-40B3-B63C-F752DF9B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Use this sequence for the 3-minute hackathon recording.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47081-B4A4-4185-8F69-CA10470F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791EF-A171-45AC-ADE2-6E90494B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ENGRAM  |  GOVERNED MEMORY FOR ENGINEERING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E524FB-6B45-4BE9-AC07-DF76A4B0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4DC44-496B-4B35-8B2E-435810A8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01  Seed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210B51-6090-4B02-A34C-8EBAFA36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ADR + INC-104 become governed memories.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2BA26-5D2D-47F8-B795-668CA640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908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02  Start fresh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1EC87-F99E-4A48-BF9C-DF29A3A8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38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Create a new session; do not restate the incident.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F65BA-2174-4526-AFB3-E7AF8700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03  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D6197-4169-4B94-95F8-C0725CAC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38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Ask how to prevent parallel refresh logouts.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40FD0-3ED3-46B7-A01C-84140F67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908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04  Inspect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F52A5-4AEE-4E29-A2D7-97D67741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385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Open Memory Trace, Graveyard, and Handoff.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0F568-B453-42D7-A95C-F0E2F5A0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EA113-C06B-485B-94C4-7821CE4F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24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3778CD-9404-4906-AA0F-5B7D15F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24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4BB4D-CD86-4A6F-8A20-BF48FA27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24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0823F-52ED-475D-AF74-1848FE42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24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0456AE-5530-43A8-A0D5-2555C85F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76800"/>
            <a:ext cx="975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Proof: memory is persistent, current, explainable, and operationally governed.</a:t>
            </a:r>
          </a:p>
        </p:txBody>
      </p:sp>
    </p:spTree>
    <p:extLst>
      <p:ext uri="{BB962C8B-B14F-4D97-AF65-F5344CB8AC3E}">
        <p14:creationId xmlns:p14="http://schemas.microsoft.com/office/powerpoint/2010/main" val="205998618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49103-C0F7-41DD-8102-7463832B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WHY ENGRAM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97B45-CFFD-4AAE-9AD0-89A0A29F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1220"/>
                </a:solidFill>
                <a:latin typeface="Arial"/>
                <a:ea typeface="Arial"/>
                <a:cs typeface="Arial"/>
              </a:rPr>
              <a:t>Useful agents need memory they can trust—and teams need answers they can inspect.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A0299-7C74-4DC0-94C6-BB01540F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Engram keeps what matters, proves its influence, and makes changing truth safe.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928CF-5471-475F-8998-7B5A0B7C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A9F48-73C2-4C1C-99EB-C10AE308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ENGRAM  |  GOVERNED MEMORY FOR ENGINEERING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F9D26-1FD0-42B2-B1B8-B1AA9992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45601-67E9-409F-9F56-EE39EB50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04775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80B7A3-2371-4578-8B15-20174505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Persistent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B9689-3B62-40EC-8E57-22EE74C5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29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Cross-session, durable project knowledge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C5081-0743-4B16-9E0A-0760CFC5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9A6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9A6A"/>
                </a:solidFill>
                <a:latin typeface="Arial"/>
                <a:ea typeface="Arial"/>
                <a:cs typeface="Arial"/>
              </a:rPr>
              <a:t>Governed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33B90-17BC-4F65-B227-00C4615A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29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Evidence, lifecycle, audit, and tenancy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BC8CB-4A07-4CF0-91E8-34090A29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69B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69B00"/>
                </a:solidFill>
                <a:latin typeface="Arial"/>
                <a:ea typeface="Arial"/>
                <a:cs typeface="Arial"/>
              </a:rPr>
              <a:t>Explainable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DA7F2-C2B2-4CDD-AC7C-BA21D090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Traceable retrieval and grounded answers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C1C42-5696-4CA9-81C9-98BFB01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Repository: github.com/hemalekamohanram/Memory</a:t>
            </a:r>
          </a:p>
        </p:txBody>
      </p:sp>
    </p:spTree>
    <p:extLst>
      <p:ext uri="{BB962C8B-B14F-4D97-AF65-F5344CB8AC3E}">
        <p14:creationId xmlns:p14="http://schemas.microsoft.com/office/powerpoint/2010/main" val="10034352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2026-08-05T02:52:20.9020000Z</dcterms:created>
  <dcterms:modified xsi:type="dcterms:W3CDTF">2026-08-05T02:52:20.9020000Z</dcterms:modified>
</coreProperties>
</file>